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3C456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3C4560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858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 —  SECTION FRANCOPHONE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d'un répertoire téléphonique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Python en ligne de commande : ajout, modification, suppression et recherche de contacts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1206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Soumelong Jordan Landry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: ICTU20251294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— Cybersécurité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programme doit être capable de faire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88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888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Représenter chaque contact avec un dictionnaire (nom, numéro, email facultatif)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05956" y="19888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5956" y="19888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237476" y="17556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tous les contacts dans une liste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604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604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1272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 et rechercher un contact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30175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5956" y="33604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5956" y="33604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37476" y="31272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par nom ou par numéro, avec boucles et conditions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7320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7320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4988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Dédier une fonction à chaque opération et à l'affichage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7356" y="4389120"/>
            <a:ext cx="536295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505956" y="47320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05956" y="47320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37476" y="4498848"/>
            <a:ext cx="41742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 menu interactif et des statistiques simples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de données retenue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contact = un dictionnaire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numero et email (facultatif, None si absent).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répertoire = une liste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liste de dictionnaires : facile à parcourir, trier et filtrer avec les outils natifs de Python.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92240" y="17373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1228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contact.json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12280" y="25146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"nom": "Alexandre Békonje",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"numero": "699112233",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"alexandre@example.com"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modulaire du programme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la logique métier de l'interface utilisateur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1945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423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260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interactif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Boucle while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Choix utilisateur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Appelle les fonctions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3063240"/>
            <a:ext cx="1005840" cy="45720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0" y="192024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2148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gestion_contacts.py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ajouter_contact()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97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modifier_contact()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136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supprimer_contact()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363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rechercher_contact()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5753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afficher_contacts()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753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afficher_statistiques()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du menu déclenche une fonction dédiée, qui lit et met à jour la liste des contacts, puis déclenche la sauvegarde JSON.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fonction dédiée à chaque opération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75488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Fonction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ajouter_contact()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Demande les informations et ajoute le contact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rechercher_contact()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Recherche par nom ou numéro (boucle + conditions)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modifier_contact()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Recherche puis met à jour les champs choisis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supprimer_contact()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Recherche puis supprime après confirmation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afficher_contacts()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Affiche tous les contacts triés par nom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afficher_statistiques()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Nombre total, emails renseignés, lettre fréquente</a:t>
                      </a:r>
                      <a:endParaRPr lang="en-US" sz="13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interactif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boucle while True : afficher, lire le choix, exécuter, recommencer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66160" y="169164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6205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023360" y="20574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Ajouter un contact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Modifier un contact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Supprimer un contact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Rechercher un contact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Afficher tous les contacts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Afficher les statistiques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Quitter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d'exécution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1B1F2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72768"/>
            <a:ext cx="146304" cy="146304"/>
          </a:xfrm>
          <a:prstGeom prst="ellipse">
            <a:avLst/>
          </a:prstGeom>
          <a:solidFill>
            <a:srgbClr val="E8544B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1572768"/>
            <a:ext cx="146304" cy="146304"/>
          </a:xfrm>
          <a:prstGeom prst="ellipse">
            <a:avLst/>
          </a:prstGeom>
          <a:solidFill>
            <a:srgbClr val="E8B44B"/>
          </a:solidFill>
          <a:ln/>
        </p:spPr>
      </p:sp>
      <p:sp>
        <p:nvSpPr>
          <p:cNvPr id="6" name="Shape 4"/>
          <p:cNvSpPr/>
          <p:nvPr/>
        </p:nvSpPr>
        <p:spPr>
          <a:xfrm>
            <a:off x="1197864" y="1572768"/>
            <a:ext cx="146304" cy="146304"/>
          </a:xfrm>
          <a:prstGeom prst="ellipse">
            <a:avLst/>
          </a:prstGeom>
          <a:solidFill>
            <a:srgbClr val="4BE8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1036015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Votre choix : 1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Ajout d'un nouveau contact ---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du contact : Alexandre Békonje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Numéro de téléphone : 699112233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« Alexandre Békonje » ajouté avec succès.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Votre choix : 5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              | Numéro          | Email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Alexandre Békonje | 699112233       | alexandre@example.com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: 1 contact(s)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Votre choix : 6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total de contacts : 1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BE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Lettre initiale la plus fréquente : A (1 contact(s))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Python pour ce projet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504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504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adaptés  —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Dictionnaires et listes intégrés : un contact et un répertoire s'expriment sans classe préalable.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5923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923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359152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concise  —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claire, boucles et conditions lisibles : moins d'erreurs, relecture facile.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341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41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00984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standard  —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json suffit à sauvegarder les données, sans dépendance externe.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4759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4759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242816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&amp; rapide  —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script sous Windows, Linux, macOS ; cycles de test très courts.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84648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1782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4178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84648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en cybersécurité  —  </a:t>
            </a:r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Automatisation, analyse de journaux, prototypage d'outils : un socle réutilisable.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C4560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répertoire téléphonique complet et fonctionnel, qui met en pratique listes, dictionnaires, fonctions, boucles, conditions et gestion de fichiers — et qui illustre concrètement pourquoi Python reste un choix de premier plan pour construire rapidement un outil solide.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21945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2026-09-27T17:17:20Z</dcterms:created>
  <dcterms:modified xsi:type="dcterms:W3CDTF">2026-09-27T17:17:20Z</dcterms:modified>
</cp:coreProperties>
</file>