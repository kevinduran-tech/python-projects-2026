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des notes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étudiants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48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programmation Python – Session normale Summer 2026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3  ·  ICT University – Niveau 2, Cybersécurité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46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661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Monkam Kevin Duran — ICTU20241801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Nassourou Ali — ICTU20251264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Emoune Massoma Éric Joyce — ICTU20251298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DIRIGÉ PAR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3566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Monsieur Guy Atangana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 du projet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programme en console qui gère les notes d'un groupe d'étudiants : saisie, calculs de moyennes, décision d'admission et classement, le tout piloté par un menu interactif.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E1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Dictionnaires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383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étudiant = nom, prénom, liste de notes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265176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E1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3383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étudiants dans une liste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265176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E1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3383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fonction par tâche, boucles et conditions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Fonctionnalités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E1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étudiants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11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Ajouter, modifier, supprimer, afficher la liste.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46304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06908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les notes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011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validées entre 0 et 20, virgule acceptée.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46304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011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de chaque étudiant, moyenne générale, note max et min.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01752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 / échec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749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selon un seuil (10 par défaut, modifiable).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91840" y="301752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E1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320040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747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069080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474720" y="3749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 triés du meilleur au moins bon.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35040" y="301752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E1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320040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812280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interactif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749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simple, messages d'erreur clairs.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du code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12324D"/>
          </a:solidFill>
          <a:ln w="12700">
            <a:solidFill>
              <a:srgbClr val="1232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91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interactif et saisies utilisateur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91840" y="146304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5E1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691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etudiants.py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3774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Ajout, modification, suppression, notes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35040" y="146304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5E1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691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calculs.py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3774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Moyennes, min/max, admis/échec, classement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appelle les deux autres modules : séparer l'interface des calculs rend le code lisible et testable.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et règles de calcul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12324D"/>
          </a:solidFill>
          <a:ln w="12700">
            <a:solidFill>
              <a:srgbClr val="1232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etudiant =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"nom": "NKOU",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"prenom": "Paul",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"notes": [12.5, 14.0]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etudiants = [etudiant, ...]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37160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étudiant : somme des notes ÷ nombre de notes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générale : moyenne des moyennes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 si moyenne ≥ seuil, sinon en échec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par tri décroissant des moyennes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et validation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automatiques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137160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Ajout, doublons et champs vides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invalides refusées (hors de 0 à 20)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Moyennes, note max et min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admis / échec et classement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d'un étudiant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4114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Lancement : python test_calculs.py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programme répond au sujet : structures simples, fonctions dédiées, menu interactif et calculs vérifiés par des tests.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Pistes d'amélioration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des données dans un fichier (JSON ou CSV)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par matière avec coefficients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graphique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 des notes des étudiants – Groupe 3</dc:title>
  <dc:subject>PptxGenJS Presentation</dc:subject>
  <dc:creator>PptxGenJS</dc:creator>
  <cp:lastModifiedBy>PptxGenJS</cp:lastModifiedBy>
  <cp:revision>1</cp:revision>
  <dcterms:created xsi:type="dcterms:W3CDTF">2026-09-29T19:11:10Z</dcterms:created>
  <dcterms:modified xsi:type="dcterms:W3CDTF">2026-09-29T19:11:10Z</dcterms:modified>
</cp:coreProperties>
</file>