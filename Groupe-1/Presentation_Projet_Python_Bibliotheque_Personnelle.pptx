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 •  PROJET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d'une bibliothèque personnelle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de mangas – programme interactif en console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KAGHO MARIE Edgard et ADAMOU SAIDOU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Professeur 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ATANGANA Guy Martial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2025-2026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bibliothèque personnelle de mangas gérée en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une collection de livres personnelle, spécialisée dans les mangas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manga est un dictionnaire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est stocké dans une liste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modifier, supprimer et consulter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selon plusieurs critères avec boucles et conditions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par tâche : affichage, recherche, ajout, suppression, statistiques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 en console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while True : le menu revient après chaque action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options, dont Quitter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DONNÉES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manga = un dictionnaire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clés par manga, stockés dans la liste bibliotheque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six clés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: nom du manga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: auteur(s) / dessinateur(s)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: année de première publication (entier)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: genre ou type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editeur_jp : éditeur japonais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editeur_fr : éditeur français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57800"/>
            <a:ext cx="4846320" cy="8229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{"titre": "One Piece",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"auteur": "Eiichiro Oda",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"annee": 1997, ...}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9659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collection : une liste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nommée bibliotheque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ajoute, pop() supprime, for parcourt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mangas au départ : One Piece, Naruto, Dragon Ball, Death Note, Berserk, Tokyo Ghoul...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892040"/>
            <a:ext cx="4846320" cy="118872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bibliotheque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{"titre": "One Piece", ...},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{"titre": "Naruto", ...},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et rechercher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afficher_livres() et rechercher_livres()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(afficher_livres)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Parcourt la liste avec enumerate()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numéro, titre, auteur, année, genre et éditeurs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Aucun manga trouvé » si la liste est vide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 aussi à afficher les résultats de recherche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57800"/>
            <a:ext cx="4846320" cy="8229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m in enumerate(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liste_livres, 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print(f"{i}. [Titre] {m['titre']}")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9659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(rechercher_livres)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critères : titre, auteur, catégorie, éditeur français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for + condition in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Insensible à la casse avec .lower()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partiel suffit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5074920"/>
            <a:ext cx="484632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manga in bibliotheque: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valeur_recherche in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manga[cle].lower():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resultats.append(manga)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modifier, supprimer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CRUD sur la liste bibliotheque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tous les champs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validée par try/except, redemandée si invalide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avec append()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074920"/>
            <a:ext cx="3017520" cy="10058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annee = int(input(...))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print("Année invalide")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965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la liste puis demande le numéro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= garder la valeur actuelle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contrôlé : 0 &lt;= index &lt; len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5440680"/>
            <a:ext cx="3017520" cy="64008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m['titre'] = input(...)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.strip() or m['titre']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965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la liste puis demande le numéro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le manga avec pop()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si numéro hors limites ou saisie non numérique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5440680"/>
            <a:ext cx="3017520" cy="64008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manga_supprime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bibliotheque.pop(index)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et rapports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afficher_statistiques()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rapport affiche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total de mangas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des éditeurs français présents, sans doublons grâce à un set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filtre : les mangas d'un éditeur donné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insensible à la casse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pour les éditeurs uniques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 liste pour le filtre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526280"/>
            <a:ext cx="4846320" cy="155448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editeurs = set(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m['editeur_fr']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m in bibliotheque)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filtre = [m for m in bibliotheque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m['editeur_fr'].lower()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== choix_editeur.lower()]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menu_principal()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de l'interface utilisateur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options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Consulter tous les mangas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Rechercher un manga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Ajouter un manga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Modifier un manga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Supprimer un manga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Voir les statistiques / rapports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Quitter le programme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while True : le menu s'affiche en permanence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appelle la fonction choisie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L'option 7 sort de la boucle (break)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autre saisie : « Option invalide »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709160"/>
            <a:ext cx="484632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choix = input(...).strip()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choix == "1":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afficher_livres(bibliotheque)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choix == "7":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PYTHON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mobilisées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de Python appliquées à un cas concret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contrôle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Listes, dictionnaires, ensembles (set)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: for pour parcourir, while pour le menu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: if / elif / else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et erreurs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par tâche : code modulaire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ValueError pour les saisies numériques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clairs pour les numéros invalides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Chaînes et listes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.strip() et .lower() pour nettoyer et comparer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append(), pop(), accès par index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 liste pour filtrer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résultats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exécuté avec Python 3 sur des scénarios de saisie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naruto » (titre) : 1 résultat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seinen » (catégorie) : 3 résultats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glénat » (éditeur) : 5 résultats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glenat » sans accent : aucun résultat (limite)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Ajout, modification, suppression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« abc » : message, puis redemandée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Lock ajouté : 16 mangas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modifiée en 2022, autres champs conservés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: retour à 15 mangas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et statistiques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9 : « Option invalide »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avec « abc » : « Saisie incorrecte »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99 : « Numéro invalide »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: 15 mangas, 7 éditeurs, Glénat : 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perspectives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complet de gestion, base d'une version plus avancée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(CRUD) d'une bibliothèque personnelle de mangas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multi-critères et rapports statistiques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modulaire, lisible et extensible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principaux scénarios fonctionnent comme prévu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DF3EA"/>
          </a:solidFill>
          <a:ln w="12700">
            <a:solidFill>
              <a:srgbClr val="FD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dans un fichier (JSON ou CSV) : les données ne sont pas conservées à la fermeture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par titre, auteur ou année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insensible aux accents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ou application web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Python  •  Bibliothèque personnelle  •  KAGHO MARIE Edgard et ADAMOU SAIDOU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KAGHO MARIE Edgard  •  ADAMOU SAIDOU  •  Professeur : M. ATANGANA Guy Martial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Python – Gestion d'une bibliothèque personnelle</dc:title>
  <dc:subject>PptxGenJS Presentation</dc:subject>
  <dc:creator>PptxGenJS</dc:creator>
  <cp:lastModifiedBy>PptxGenJS</cp:lastModifiedBy>
  <cp:revision>1</cp:revision>
  <dcterms:created xsi:type="dcterms:W3CDTF">2026-10-02T07:42:21Z</dcterms:created>
  <dcterms:modified xsi:type="dcterms:W3CDTF">2026-10-02T07:42:21Z</dcterms:modified>
</cp:coreProperties>
</file>